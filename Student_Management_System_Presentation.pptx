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 manage student information digitally</a:t>
            </a:r>
          </a:p>
          <a:p>
            <a:r>
              <a:t>- Reduce paperwork and manual errors</a:t>
            </a:r>
          </a:p>
          <a:p>
            <a:r>
              <a:t>- Provide fast access to student, course, and result data</a:t>
            </a:r>
          </a:p>
          <a:p>
            <a:r>
              <a:t>- Improve administrative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Planning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Admin authentication system</a:t>
            </a:r>
          </a:p>
          <a:p>
            <a:r>
              <a:t>- Student management (Add, Edit, Delete)</a:t>
            </a:r>
          </a:p>
          <a:p>
            <a:r>
              <a:t>- Course management</a:t>
            </a:r>
          </a:p>
          <a:p>
            <a:r>
              <a:t>- Result and attendance management</a:t>
            </a:r>
          </a:p>
          <a:p>
            <a:r>
              <a:t>- Search and filter using jQuery</a:t>
            </a:r>
          </a:p>
          <a:p>
            <a:r>
              <a:t>- Responsive UI using Bootstrap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(HTML, CSS, Bootstrap)</a:t>
            </a:r>
          </a:p>
          <a:p>
            <a:r>
              <a:t>⬇</a:t>
            </a:r>
          </a:p>
          <a:p>
            <a:r>
              <a:t>Client-side Logic (JavaScript, jQuery)</a:t>
            </a:r>
          </a:p>
          <a:p>
            <a:r>
              <a:t>⬇</a:t>
            </a:r>
          </a:p>
          <a:p>
            <a:r>
              <a:t>Server-side (PHP)</a:t>
            </a:r>
          </a:p>
          <a:p>
            <a:r>
              <a:t>⬇</a:t>
            </a:r>
          </a:p>
          <a:p>
            <a:r>
              <a:t>Database (MySQL)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Login Page</a:t>
            </a:r>
          </a:p>
          <a:p>
            <a:r>
              <a:t>- Dashboard</a:t>
            </a:r>
          </a:p>
          <a:p>
            <a:r>
              <a:t>- Student List Page</a:t>
            </a:r>
          </a:p>
          <a:p>
            <a:r>
              <a:t>- Course List Page</a:t>
            </a:r>
          </a:p>
          <a:p>
            <a:r>
              <a:t>- Result &amp; Attendance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Admins</a:t>
            </a:r>
          </a:p>
          <a:p>
            <a:r>
              <a:t>- Students</a:t>
            </a:r>
          </a:p>
          <a:p>
            <a:r>
              <a:t>- Courses</a:t>
            </a:r>
          </a:p>
          <a:p>
            <a:r>
              <a:t>- Student_Courses</a:t>
            </a:r>
          </a:p>
          <a:p>
            <a:r>
              <a:t>- Results</a:t>
            </a:r>
          </a:p>
          <a:p>
            <a:r>
              <a:t>- Attendance</a:t>
            </a:r>
          </a:p>
          <a:p/>
          <a:p>
            <a:r>
              <a:t>All tables are connected using primary &amp; foreign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HTML</a:t>
            </a:r>
          </a:p>
          <a:p>
            <a:r>
              <a:t>- CSS</a:t>
            </a:r>
          </a:p>
          <a:p>
            <a:r>
              <a:t>- Bootstrap</a:t>
            </a:r>
          </a:p>
          <a:p>
            <a:r>
              <a:t>- JavaScript</a:t>
            </a:r>
          </a:p>
          <a:p>
            <a:r>
              <a:t>- jQuery</a:t>
            </a:r>
          </a:p>
          <a:p>
            <a:r>
              <a:t>- PHP</a:t>
            </a:r>
          </a:p>
          <a:p>
            <a:r>
              <a:t>- MySQL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Milestones /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Requirement analysis</a:t>
            </a:r>
          </a:p>
          <a:p>
            <a:r>
              <a:t>2. Database design</a:t>
            </a:r>
          </a:p>
          <a:p>
            <a:r>
              <a:t>3. UI design with Bootstrap</a:t>
            </a:r>
          </a:p>
          <a:p>
            <a:r>
              <a:t>4. Backend development using PHP</a:t>
            </a:r>
          </a:p>
          <a:p>
            <a:r>
              <a:t>5. Integrating database (MySQL)</a:t>
            </a:r>
          </a:p>
          <a:p>
            <a:r>
              <a:t>6. Testing &amp; debugging</a:t>
            </a:r>
          </a:p>
          <a:p>
            <a:r>
              <a:t>7. Final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